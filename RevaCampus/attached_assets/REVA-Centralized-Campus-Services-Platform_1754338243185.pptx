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rata"/>
      <p:regular r:id="rId15"/>
    </p:embeddedFont>
    <p:embeddedFont>
      <p:font typeface="Prata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REVA - Centralized Campus Services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Reva is a centralized web-based platform designed to unify essential campus services such as lost &amp; found reporting, financial aid fundraising, and event management into a single, user-friendly dashboard. It aims to enhance accessibility, engagement, and security for university students by providing real-time notifications and streamlined service access.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760" y="586740"/>
            <a:ext cx="7650480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Introduction: Background and Challenges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6760" y="2240518"/>
            <a:ext cx="3718560" cy="3277553"/>
          </a:xfrm>
          <a:prstGeom prst="roundRect">
            <a:avLst>
              <a:gd name="adj" fmla="val 97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2453878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Background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0120" y="2915245"/>
            <a:ext cx="3291840" cy="238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University campuses currently rely on multiple disconnected systems for services like lost &amp; found, fundraising, and event notifications, leading to inefficiencies and low student engagement.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8680" y="2240518"/>
            <a:ext cx="3718560" cy="3277553"/>
          </a:xfrm>
          <a:prstGeom prst="roundRect">
            <a:avLst>
              <a:gd name="adj" fmla="val 97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2453878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Current Issues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892040" y="2915245"/>
            <a:ext cx="3291840" cy="238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Fragmented platforms require students to visit multiple sites or offices, causing confusion and delays. Lost &amp; found lacks real-time updates, fundraising is external, and event management is manual.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6760" y="5731431"/>
            <a:ext cx="7650480" cy="191214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5944791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0120" y="6406158"/>
            <a:ext cx="7223760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face delays in recovering lost items, limited fundraising participation, and difficulty accessing timely event information due to lack of centralized, real-time platforms.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05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Proposed Solution: Reva Platform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882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466142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Centralized Web Application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10890"/>
            <a:ext cx="289941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Integrates lost &amp; found reporting, financial aid fundraising, and campus event management into a single dashboard accessible anytime, anywhere.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23882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2466142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 Notifications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310890"/>
            <a:ext cx="289941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Alerts for lost item matches, fundraising progress updates, and event changes enhance user engagement and responsiveness.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3048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6382702"/>
            <a:ext cx="2992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Security and Usability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87312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Employs AES-256 encryption and OAuth 2.0 authentication with an intuitive interface tailored for diverse student backgrounds.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374815"/>
            <a:ext cx="105916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Existing Systems and Their Limitations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423755"/>
            <a:ext cx="13042821" cy="4431030"/>
          </a:xfrm>
          <a:prstGeom prst="roundRect">
            <a:avLst>
              <a:gd name="adj" fmla="val 7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243137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28581" y="257508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System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637836" y="257508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43280" y="257508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848725" y="257508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Strengths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454170" y="257508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Limitations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3081695"/>
            <a:ext cx="130275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28581" y="3225403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University Lost &amp; Found Portal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3637836" y="322540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2020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43280" y="3225403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 lost/found items, basic search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848725" y="3225403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interface, campus-specific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1454170" y="3225403"/>
            <a:ext cx="21480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real-time notifications, manual matching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801410" y="4457819"/>
            <a:ext cx="130275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28581" y="460152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GoFundMe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3637836" y="4601528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2023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243280" y="4601528"/>
            <a:ext cx="21441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Crowdfunding, donor communication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8848725" y="4601528"/>
            <a:ext cx="21441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Wide reach, established platform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11454170" y="4601528"/>
            <a:ext cx="21480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campus-specific, no integration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801410" y="5833943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028581" y="597765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Eventbrite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3637836" y="597765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2022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6243280" y="5977652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listings, ticket booking, reminders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8848725" y="5977652"/>
            <a:ext cx="21441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Popular platform, user-friendly UI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11454170" y="5977652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university-focused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62169"/>
            <a:ext cx="64618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Scope and Target Users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21111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2536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28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Target Audience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2779395"/>
            <a:ext cx="289941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Reva is designed specifically for university students, focusing on enhancing campus community engagement through centralized services.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713803" y="221111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9" name="Text 6"/>
          <p:cNvSpPr/>
          <p:nvPr/>
        </p:nvSpPr>
        <p:spPr>
          <a:xfrm>
            <a:off x="4798874" y="22536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50919" y="228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Included Services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50919" y="2779395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&amp; Found reporting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450919" y="3221593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 aid fundraising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50919" y="3663791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Campus event management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77334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5" name="Text 12"/>
          <p:cNvSpPr/>
          <p:nvPr/>
        </p:nvSpPr>
        <p:spPr>
          <a:xfrm>
            <a:off x="878860" y="581584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1530906" y="58512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Exclusions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30906" y="634162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Off-campus services and non-student users are excluded to maintain focus on campus-specific needs.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637" y="882491"/>
            <a:ext cx="6499384" cy="635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Proposed System Modules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37" y="1822847"/>
            <a:ext cx="508278" cy="5082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1637" y="2534364"/>
            <a:ext cx="2404110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Lost &amp; Found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11637" y="2973943"/>
            <a:ext cx="2404110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 items with details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11637" y="3695581"/>
            <a:ext cx="2404110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match notifications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1637" y="4417219"/>
            <a:ext cx="2404110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with filters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826" y="1822847"/>
            <a:ext cx="508278" cy="508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9826" y="2534364"/>
            <a:ext cx="240422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Fundraising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3369826" y="2973943"/>
            <a:ext cx="240422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campaigns with goals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69826" y="3695581"/>
            <a:ext cx="240422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progress live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69826" y="4091940"/>
            <a:ext cx="240422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Communicate with donors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134" y="1822847"/>
            <a:ext cx="508278" cy="5082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28134" y="2534364"/>
            <a:ext cx="2404110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Event Management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6028134" y="2973943"/>
            <a:ext cx="2404110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listings and details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028134" y="3695581"/>
            <a:ext cx="2404110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ticket booking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028134" y="4091940"/>
            <a:ext cx="2404110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notifications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37" y="5149096"/>
            <a:ext cx="508278" cy="5082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1637" y="5860613"/>
            <a:ext cx="2404110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Admin Module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711637" y="6300192"/>
            <a:ext cx="2404110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11637" y="6696551"/>
            <a:ext cx="2404110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account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4325"/>
            <a:ext cx="64052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Application and Impact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1326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391132"/>
            <a:ext cx="41428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Campus Service Improvement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2881551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Reva streamlines lost &amp; found recovery, increases financial aid fundraising participation, and informs students about upcoming events efficiently.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4238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4501753"/>
            <a:ext cx="3634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Alignment with SDG Goals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99217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SDG 4: Enhances educational access through fundraising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530906" y="543437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SDG 10: Reduces inequalities by providing financial aid opportunities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530906" y="623947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SDG 16: Promotes inclusive and organized campus communities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395" y="539234"/>
            <a:ext cx="7771209" cy="122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Hardware and Software Requirements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95" y="2058948"/>
            <a:ext cx="980599" cy="2208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61078" y="2255044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Hardware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961078" y="2679025"/>
            <a:ext cx="6496526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devices: Desktop/laptop or mobile with 4GB RAM, 2GHz processor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961078" y="3375065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Server: Cloud-based (e.g., AWS EC2) with 8GB RAM, 4-core CPU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961078" y="3757374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Network: Stable internet with minimum 10 Mbps speed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95" y="4267200"/>
            <a:ext cx="980599" cy="34237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1078" y="4463296"/>
            <a:ext cx="2451497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Software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961078" y="4887278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Frontend: React for responsive UI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961078" y="5269587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Backend: ASP.NET for server logic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961078" y="5651897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Database: Firebase for real-time data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961078" y="6034207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Authentication: OAuth 2.0 or JWT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961078" y="6416516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Encryption: AES-256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961078" y="6798826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Browsers: Latest Chrome, Firefox, Safari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961078" y="7181136"/>
            <a:ext cx="649652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Development Tools: Visual Studio Code, Node.js, .NET Core SDK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2025-05-22T14:10:59Z</dcterms:created>
  <dcterms:modified xsi:type="dcterms:W3CDTF">2025-05-22T14:10:59Z</dcterms:modified>
</cp:coreProperties>
</file>